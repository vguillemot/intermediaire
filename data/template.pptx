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C9DD26-3147-6EA9-0EBB-096F2C07D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4145BB-A8C5-9131-9DCC-B0FA6986D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E7E0F1-6D91-1DB9-A6B2-96EF09FF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F93DED-80B8-AE9B-0455-F38B1667C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AE0E4F-AE7D-557E-1ED0-3AAD8D487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477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B2D3E5-DCD1-3691-FC7A-8664BCB84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565545-ECB3-ADB1-E9C0-63AE34E84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FF6A56-5284-34F2-5BFC-3CAB6A97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BE2FDCC-CB10-0FC5-521F-587C3119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6732DF-89B1-E8D8-2305-E54F197CA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892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D44338-A6AF-CCFD-7D70-E0D14CD2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065D6C-F219-C764-33D4-C113985E8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2C1872A-D9CC-0612-7C53-EC0B90AAC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94DED-6AF2-A67F-0AC3-D7314B3F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D15CCC-AA43-970C-079C-FFCB0B29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9814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EE1F5E-DD11-F1DD-14C0-48DD7485D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79AA14-062F-1372-0838-293A22297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ECC573-4870-208B-D341-567481D2C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21D6C8-E172-2CB4-B904-3FD4430D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83DF41-FF07-FBE3-3D78-3571E7EF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53178A4-AF3D-52F0-012A-7FC8329A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395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09EEFF-5E4E-0CAB-972B-24B4C953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5E4115-708E-0937-23F3-275825C6F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34A40A-4198-07DC-3AF8-9F32307487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BF72926-B671-EABB-9038-A63C3D713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83E8A00-4EC2-C781-E02B-C13FE2623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96021D1-4E31-295A-1093-398CBCB6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02155C5-EBEC-E517-C275-AB7E0524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F5ACF4F-E08C-317B-3C7E-07ABB4F6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773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3D138-2145-578D-C282-FDE5F0CAC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944FD1-CCAF-A79E-D16A-83C5109A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52377B-9BB8-E740-AA17-16B41FF16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470968-F56D-C614-D017-08FAC74F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204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A556171-E6C9-7C78-BF23-F4E9C3507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0268802-9BE9-AD75-578F-E913242F5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3DBE1E-E729-53C0-94A4-63DB8F73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2427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27E2A8-C745-2AAB-5CBD-832ABFA78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D7F3DF-8501-5AEE-5BC4-59CDE68C5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2F2B1F9-0CCB-BF9D-E33A-B9E28CFEA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4A70C5F-E6CC-B7C5-4B11-628E61944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0A3E0F-88BA-01FE-2687-6A0BE340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30278A-5FC3-EE02-C255-689769191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030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FFA30B-93D4-A13C-292D-F7B4E8989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566460F-368A-A460-064C-60F568D482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714447B-5B59-6094-F097-8A0651070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732FB3-58D5-6B33-CCE8-1560B295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9C872B-3240-0567-7891-9FB3EB1F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A0B7F8B-1CA4-4FCA-9747-506E2B13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398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686523-03A6-9754-9CAD-5E2524627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4199BE7-80EF-2102-3698-2EC8A6860E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D122270-5DFD-2DBE-1EE5-0680A4160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FDE514-DED6-1A8E-50F6-EC74958F3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3C9A64-CA16-A6C6-65E0-45327EECF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555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4EE8F11-C114-A872-5817-81E392F3E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28EAB0-3F6E-F77E-061F-742FE57A3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359C64-9A4C-32C3-4571-2B11A93C5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9F4D10-439E-3BB7-150F-0B8073509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8EF4B0-D169-4505-9681-E9A12CF70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3804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E6CADC0-4C2F-135C-722E-C5EC1CCF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9051D9-0BF8-795E-5BD5-47B3A0A1F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4A2275-30F1-2D4C-BD5F-F536F245BC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ED69F-2DB7-E047-92C5-7FCA1211B2A5}" type="datetimeFigureOut">
              <a:rPr lang="fr-FR" smtClean="0"/>
              <a:t>16/02/2026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455EEC-47D6-65C8-EA91-44FB50B613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89F78E-F979-6912-63AC-31766093E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0FEB21-9C6F-3B4D-BA7D-35C335D3CA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706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268308-545B-0B03-B10B-61C69531B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Template for </a:t>
            </a:r>
            <a:r>
              <a:rPr lang="fr-FR" dirty="0" err="1"/>
              <a:t>project</a:t>
            </a:r>
            <a:r>
              <a:rPr lang="fr-FR" dirty="0"/>
              <a:t> restitution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CC84085-2623-6D6B-D69A-E29156ABB3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Name of </a:t>
            </a:r>
            <a:r>
              <a:rPr lang="fr-FR" dirty="0" err="1"/>
              <a:t>your</a:t>
            </a:r>
            <a:r>
              <a:rPr lang="fr-FR" dirty="0"/>
              <a:t> team and /or </a:t>
            </a:r>
            <a:r>
              <a:rPr lang="fr-FR" dirty="0" err="1"/>
              <a:t>name</a:t>
            </a:r>
            <a:r>
              <a:rPr lang="fr-FR" dirty="0"/>
              <a:t> of </a:t>
            </a:r>
            <a:r>
              <a:rPr lang="fr-FR" dirty="0" err="1"/>
              <a:t>teammates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5668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B4D09-F7E2-3ADE-EB93-1FEDCFD4C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r>
              <a:rPr lang="fr-FR" dirty="0"/>
              <a:t> of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6F257-AE78-0459-3C7F-A1C890FB9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Facts</a:t>
            </a:r>
            <a:r>
              <a:rPr lang="fr-FR" dirty="0"/>
              <a:t> about the data: </a:t>
            </a:r>
          </a:p>
          <a:p>
            <a:pPr lvl="1"/>
            <a:r>
              <a:rPr lang="fr-FR" dirty="0"/>
              <a:t>if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own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, </a:t>
            </a:r>
            <a:r>
              <a:rPr lang="fr-FR" dirty="0" err="1"/>
              <a:t>add</a:t>
            </a:r>
            <a:r>
              <a:rPr lang="fr-FR" dirty="0"/>
              <a:t> more </a:t>
            </a:r>
            <a:r>
              <a:rPr lang="fr-FR" dirty="0" err="1"/>
              <a:t>details</a:t>
            </a:r>
            <a:endParaRPr lang="fr-FR" dirty="0"/>
          </a:p>
          <a:p>
            <a:pPr lvl="1"/>
            <a:r>
              <a:rPr lang="fr-FR" dirty="0"/>
              <a:t>if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COVID </a:t>
            </a:r>
            <a:r>
              <a:rPr lang="fr-FR" dirty="0" err="1"/>
              <a:t>dataset</a:t>
            </a:r>
            <a:r>
              <a:rPr lang="fr-FR" dirty="0"/>
              <a:t>, do not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details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5172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D4CA35-B2CD-980A-2E60-B4870B6D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Here</a:t>
            </a:r>
            <a:r>
              <a:rPr lang="fr-FR" dirty="0"/>
              <a:t> show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want</a:t>
            </a:r>
            <a:r>
              <a:rPr lang="fr-FR" dirty="0"/>
              <a:t> to do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D1FE31-42B1-4A4B-B210-4D65CF5F4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Figure(s),</a:t>
            </a:r>
          </a:p>
          <a:p>
            <a:r>
              <a:rPr lang="fr-FR" dirty="0"/>
              <a:t>Annotations,</a:t>
            </a:r>
          </a:p>
          <a:p>
            <a:r>
              <a:rPr lang="fr-FR" dirty="0" err="1"/>
              <a:t>Text</a:t>
            </a:r>
            <a:r>
              <a:rPr lang="fr-FR" dirty="0"/>
              <a:t>,</a:t>
            </a:r>
          </a:p>
          <a:p>
            <a:r>
              <a:rPr lang="fr-FR" dirty="0" err="1"/>
              <a:t>Analysis</a:t>
            </a:r>
            <a:r>
              <a:rPr lang="fr-FR" dirty="0"/>
              <a:t>,</a:t>
            </a:r>
          </a:p>
          <a:p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28903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D3F4E0-5355-991D-3801-AC489F39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Explain</a:t>
            </a:r>
            <a:r>
              <a:rPr lang="fr-FR" dirty="0"/>
              <a:t> the </a:t>
            </a:r>
            <a:r>
              <a:rPr lang="fr-FR" dirty="0" err="1"/>
              <a:t>difficulties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met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3871C0-787C-88CC-8D40-061975EDF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Functions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were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 to </a:t>
            </a:r>
            <a:r>
              <a:rPr lang="fr-FR" dirty="0" err="1"/>
              <a:t>find</a:t>
            </a:r>
            <a:r>
              <a:rPr lang="fr-FR" dirty="0"/>
              <a:t> or use</a:t>
            </a:r>
          </a:p>
          <a:p>
            <a:r>
              <a:rPr lang="fr-FR" dirty="0" err="1"/>
              <a:t>Additional</a:t>
            </a:r>
            <a:r>
              <a:rPr lang="fr-FR" dirty="0"/>
              <a:t> information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to </a:t>
            </a:r>
            <a:r>
              <a:rPr lang="fr-FR" dirty="0" err="1"/>
              <a:t>find</a:t>
            </a:r>
            <a:endParaRPr lang="fr-FR" dirty="0"/>
          </a:p>
          <a:p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885903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FD9023-3BDA-5758-8B8D-B71AA476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Show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50EEBE-8249-A8B1-2492-630058AD8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91916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Macintosh PowerPoint</Application>
  <PresentationFormat>Grand écran</PresentationFormat>
  <Paragraphs>17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Template for project restitution</vt:lpstr>
      <vt:lpstr>Summary of dataset</vt:lpstr>
      <vt:lpstr>Here show what you want to do</vt:lpstr>
      <vt:lpstr>Explain the difficulties you met</vt:lpstr>
      <vt:lpstr>Show your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</cp:revision>
  <dcterms:created xsi:type="dcterms:W3CDTF">2026-02-16T13:34:26Z</dcterms:created>
  <dcterms:modified xsi:type="dcterms:W3CDTF">2026-02-16T13:38:21Z</dcterms:modified>
</cp:coreProperties>
</file>